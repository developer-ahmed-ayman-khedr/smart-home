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50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142A7-5D45-BD6A-3FA9-B0489E4EB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609602"/>
            <a:ext cx="8676222" cy="1179442"/>
          </a:xfrm>
        </p:spPr>
        <p:txBody>
          <a:bodyPr/>
          <a:lstStyle/>
          <a:p>
            <a:r>
              <a:rPr lang="en-US" dirty="0"/>
              <a:t>Smart home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94022-9F40-C099-07C7-0D00509ED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303104"/>
            <a:ext cx="8676222" cy="2673626"/>
          </a:xfrm>
        </p:spPr>
        <p:txBody>
          <a:bodyPr/>
          <a:lstStyle/>
          <a:p>
            <a:r>
              <a:rPr lang="en-US" dirty="0"/>
              <a:t>Using AVR ATMEGA32</a:t>
            </a:r>
          </a:p>
          <a:p>
            <a:r>
              <a:rPr lang="en-US" dirty="0"/>
              <a:t>By:</a:t>
            </a:r>
          </a:p>
          <a:p>
            <a:r>
              <a:rPr lang="en-US" dirty="0"/>
              <a:t>ENG. Abdelrahman Khaled</a:t>
            </a:r>
          </a:p>
          <a:p>
            <a:r>
              <a:rPr lang="en-US" dirty="0"/>
              <a:t>Eng. </a:t>
            </a:r>
            <a:r>
              <a:rPr lang="en-US" dirty="0" err="1"/>
              <a:t>ahmed</a:t>
            </a:r>
            <a:r>
              <a:rPr lang="en-US" dirty="0"/>
              <a:t> </a:t>
            </a:r>
            <a:r>
              <a:rPr lang="en-US" dirty="0" err="1"/>
              <a:t>ayman</a:t>
            </a:r>
            <a:endParaRPr lang="en-US" dirty="0"/>
          </a:p>
          <a:p>
            <a:r>
              <a:rPr lang="en-US" dirty="0" err="1"/>
              <a:t>Eng.hady</a:t>
            </a:r>
            <a:r>
              <a:rPr lang="en-US" dirty="0"/>
              <a:t> </a:t>
            </a:r>
            <a:r>
              <a:rPr lang="en-US" dirty="0" err="1"/>
              <a:t>muhammad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14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DC839-1E3E-FD69-E5E4-C3FA8C5E9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91549"/>
            <a:ext cx="9905998" cy="54996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Contents</a:t>
            </a:r>
          </a:p>
          <a:p>
            <a:r>
              <a:rPr lang="en-US" dirty="0"/>
              <a:t>Login System</a:t>
            </a:r>
          </a:p>
          <a:p>
            <a:r>
              <a:rPr lang="en-US" dirty="0"/>
              <a:t>Lighting</a:t>
            </a:r>
          </a:p>
          <a:p>
            <a:r>
              <a:rPr lang="en-US" dirty="0"/>
              <a:t>Temperature</a:t>
            </a:r>
          </a:p>
          <a:p>
            <a:r>
              <a:rPr lang="en-US" dirty="0"/>
              <a:t>Door Control</a:t>
            </a:r>
          </a:p>
          <a:p>
            <a:r>
              <a:rPr lang="en-US" dirty="0"/>
              <a:t>User Control</a:t>
            </a:r>
          </a:p>
        </p:txBody>
      </p:sp>
    </p:spTree>
    <p:extLst>
      <p:ext uri="{BB962C8B-B14F-4D97-AF65-F5344CB8AC3E}">
        <p14:creationId xmlns:p14="http://schemas.microsoft.com/office/powerpoint/2010/main" val="617231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38583-CF20-4451-0286-F79336808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2ED43-AC48-A449-D07E-8CAE4A7E1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internal EEPROM</a:t>
            </a:r>
          </a:p>
          <a:p>
            <a:r>
              <a:rPr lang="en-US" dirty="0"/>
              <a:t>We have two options: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UART: </a:t>
            </a:r>
          </a:p>
          <a:p>
            <a:pPr marL="0" indent="0">
              <a:buNone/>
            </a:pPr>
            <a:r>
              <a:rPr lang="en-US" dirty="0"/>
              <a:t>Admin:	can control the system fully and user control( add &amp; delete 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keypad and LCD:</a:t>
            </a:r>
          </a:p>
          <a:p>
            <a:pPr marL="0" indent="0">
              <a:buNone/>
            </a:pPr>
            <a:r>
              <a:rPr lang="en-US" dirty="0"/>
              <a:t>	Users: can control the system but cannot enter without the admin’s approval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8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DA27-DA79-31AA-8AF7-D6B30B98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5AC2-15BC-33DF-62BA-49C33A1A1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Hall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Entrance</a:t>
            </a:r>
          </a:p>
        </p:txBody>
      </p:sp>
    </p:spTree>
    <p:extLst>
      <p:ext uri="{BB962C8B-B14F-4D97-AF65-F5344CB8AC3E}">
        <p14:creationId xmlns:p14="http://schemas.microsoft.com/office/powerpoint/2010/main" val="47978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7221-9100-88EF-ACF2-BEE38A8B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51526-E5D4-FE8A-0E86-3470D1939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Temperature check using LM35 Sensor</a:t>
            </a:r>
          </a:p>
          <a:p>
            <a:r>
              <a:rPr lang="en-US" dirty="0"/>
              <a:t>When the temperature exceeds 28 the cooling fan turns on </a:t>
            </a:r>
          </a:p>
        </p:txBody>
      </p:sp>
    </p:spTree>
    <p:extLst>
      <p:ext uri="{BB962C8B-B14F-4D97-AF65-F5344CB8AC3E}">
        <p14:creationId xmlns:p14="http://schemas.microsoft.com/office/powerpoint/2010/main" val="1992886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DC87-2665-2E3A-CCF6-62698649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Door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96918-4D76-F0DE-0682-542C8F6B4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Distance measurement using ultrasonic, timer 0 and External Interrupt 0</a:t>
            </a:r>
          </a:p>
          <a:p>
            <a:r>
              <a:rPr lang="en-US" dirty="0"/>
              <a:t>If the  distance is less than 30cm the servo opens the door</a:t>
            </a:r>
          </a:p>
        </p:txBody>
      </p:sp>
    </p:spTree>
    <p:extLst>
      <p:ext uri="{BB962C8B-B14F-4D97-AF65-F5344CB8AC3E}">
        <p14:creationId xmlns:p14="http://schemas.microsoft.com/office/powerpoint/2010/main" val="93407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05E01-CB62-B76A-820D-429957D81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8779B-63A5-12E2-815A-250891CB0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</a:t>
            </a:r>
          </a:p>
          <a:p>
            <a:r>
              <a:rPr lang="en-US" dirty="0"/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18329004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43</TotalTime>
  <Words>123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Smart home</vt:lpstr>
      <vt:lpstr>PowerPoint Presentation</vt:lpstr>
      <vt:lpstr>Login System</vt:lpstr>
      <vt:lpstr>lighting</vt:lpstr>
      <vt:lpstr>Temperature</vt:lpstr>
      <vt:lpstr>Door Control</vt:lpstr>
      <vt:lpstr>User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</dc:title>
  <dc:creator>Abdo</dc:creator>
  <cp:lastModifiedBy>Abdo</cp:lastModifiedBy>
  <cp:revision>2</cp:revision>
  <dcterms:created xsi:type="dcterms:W3CDTF">2024-09-19T20:08:36Z</dcterms:created>
  <dcterms:modified xsi:type="dcterms:W3CDTF">2024-09-19T20:52:06Z</dcterms:modified>
</cp:coreProperties>
</file>